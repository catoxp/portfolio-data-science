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1097280" y="0"/>
            <a:ext cx="6035040" cy="6858000"/>
          </a:xfrm>
          <a:prstGeom prst="parallelogram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4800600" y="0"/>
            <a:ext cx="411480" cy="6858000"/>
          </a:xfrm>
          <a:prstGeom prst="parallelogram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A0A0B"/>
                </a:solidFill>
                <a:latin typeface="Anton"/>
              </a:rPr>
              <a:t>ESTADÍSTICA DESCRIPTIVA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645920"/>
            <a:ext cx="5943600" cy="2926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5400" b="0">
                <a:solidFill>
                  <a:srgbClr val="F2EDE3"/>
                </a:solidFill>
                <a:latin typeface="Anton"/>
              </a:rPr>
              <a:t>ESPERANZA DE VIDA EN EL MUNDO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470916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Análisis descriptivo con Python · 142 países · 1952–2007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630936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A8F"/>
                </a:solidFill>
                <a:latin typeface="Inter BUGS"/>
              </a:rPr>
              <a:t>Análisis descriptivo: Esperanza de vida · Brandon Uriel García Sánchez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Análisis descriptivo: Esperanza de vida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3657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0">
                <a:solidFill>
                  <a:srgbClr val="FF2E3A"/>
                </a:solidFill>
                <a:latin typeface="Anton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886200"/>
            <a:ext cx="10515600" cy="54864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>
                <a:solidFill>
                  <a:srgbClr val="F2EDE3"/>
                </a:solidFill>
                <a:latin typeface="Anton"/>
              </a:rPr>
              <a:t>LA PREGUNTA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8A8A8F"/>
                </a:solidFill>
                <a:latin typeface="Inter BUGS"/>
              </a:rPr>
              <a:t>¿Cuánto ha cambiado la esperanza de vida y qué tan desigual sigue siendo?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Análisis descriptivo: Esperanza de vida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TODOS LOS CONTINENTES SUBEN</a:t>
            </a:r>
          </a:p>
        </p:txBody>
      </p:sp>
      <p:pic>
        <p:nvPicPr>
          <p:cNvPr id="7" name="Picture 6" descr="ev_evol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867187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El promedio mundial pasó de 49.1 a 67.0 años en 55 años, pero África sigue muy por debajo del resto.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Análisis descriptivo: Esperanza de vida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LA MEDIANA SUBE MÁS RÁPIDO QUE EL PROMEDIO</a:t>
            </a:r>
          </a:p>
        </p:txBody>
      </p:sp>
      <p:pic>
        <p:nvPicPr>
          <p:cNvPr id="7" name="Picture 6" descr="ev_distrib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867187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La mediana subió de 45.1 a 71.9 años: la mayoría de los países avanzó, pero queda una cola de países rezagados.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Análisis descriptivo: Esperanza de vida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LA BRECHA EN 2007</a:t>
            </a:r>
          </a:p>
        </p:txBody>
      </p:sp>
      <p:pic>
        <p:nvPicPr>
          <p:cNvPr id="7" name="Picture 6" descr="ev_top_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875208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Entre Japan (82.6) y Swaziland (39.6) hay 43 años de diferencia.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Análisis descriptivo: Esperanza de vida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MÁS INGRESO, MÁS VIDA</a:t>
            </a:r>
          </a:p>
        </p:txBody>
      </p:sp>
      <p:pic>
        <p:nvPicPr>
          <p:cNvPr id="7" name="Picture 6" descr="ev_p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867187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La vida crece con el logaritmo del PIB (r = 0.81): duplicar el ingreso suma ~5.0 años. Por eso los primeros dólares importan mucho más que los últimos.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Análisis descriptivo: Esperanza de vida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EN NÚMEROS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73152" cy="29260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F2E3A"/>
                </a:solidFill>
                <a:latin typeface="Anton"/>
              </a:rPr>
              <a:t>+17.9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AÑOS GANADOS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promedio mundial 49.1 → 67.0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6720" y="2194560"/>
            <a:ext cx="73152" cy="292608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676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2EDE3"/>
                </a:solidFill>
                <a:latin typeface="Anton"/>
              </a:rPr>
              <a:t>43 años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76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BRECHA 2007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76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Japan vs Swaziland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4800" y="2194560"/>
            <a:ext cx="73152" cy="292608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84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2EDE3"/>
                </a:solidFill>
                <a:latin typeface="Anton"/>
              </a:rPr>
              <a:t>142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4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PAÍSES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12 mediciones cada uno, sin nulos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Análisis descriptivo: Esperanza de vida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LO QUE APRENDÍ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8483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Comparar media y mediana revela la forma de la distribución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3639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Una escala logarítmica cambia por completo la lectura del ingreso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18795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Los promedios por continente esconden desigualdad interna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23951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Verificar nulos y cobertura antes de comparar años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7223760" y="0"/>
            <a:ext cx="6035040" cy="6858000"/>
          </a:xfrm>
          <a:prstGeom prst="parallelogram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0">
                <a:solidFill>
                  <a:srgbClr val="F2EDE3"/>
                </a:solidFill>
                <a:latin typeface="Anton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linkedin.com/in/brandon-uriel-garcia-sanchez-9ab77b320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github.com/CatoXP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