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ANALÍTICA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HÁBITOS DE CONSUMO EN RETAIL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SQL + reglas de asociación + dashboard en Power BI · tienda de comestibles en línea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EL 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Entender cómo compran los clientes de una tienda de comestibles en línea y cómo subir el ticket promedio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LOS INGRESOS CAEN TODO EL AÑO</a:t>
            </a:r>
          </a:p>
        </p:txBody>
      </p:sp>
      <p:pic>
        <p:nvPicPr>
          <p:cNvPr id="7" name="Picture 6" descr="ret_in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1501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De €6.7M en enero a €1.2M en diciembre: una caída de 82%. Es la alerta principal para el consejo.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TODO DEPENDE DE UN DEPARTAMENTO</a:t>
            </a:r>
          </a:p>
        </p:txBody>
      </p:sp>
      <p:pic>
        <p:nvPicPr>
          <p:cNvPr id="7" name="Picture 6" descr="ret_departa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02708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departamento 4 genera el 93% de los ingresos: si su demanda cambia, el negocio entero lo resiente.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LOS PRODUCTOS QUE SOSTIENEN LA TIENDA</a:t>
            </a:r>
          </a:p>
        </p:txBody>
      </p:sp>
      <p:pic>
        <p:nvPicPr>
          <p:cNvPr id="7" name="Picture 6" descr="ret_produ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39622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Las bananas, las fresas y otros orgánicos dominan los ingresos: una fortaleza que también es un riesgo de concentración.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QUÉ SE COMPRA JUNTO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Quien compra cilantro orgánico tiene 3.6 veces más probabilidad de llevar limones: base para recomendaciones que suban el ticket.</a:t>
            </a:r>
          </a:p>
        </p:txBody>
      </p:sp>
      <p:pic>
        <p:nvPicPr>
          <p:cNvPr id="8" name="Picture 7" descr="ret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783080"/>
            <a:ext cx="11064240" cy="3931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€39.9M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INGRESOS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suma de tickets vía 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€19.34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TICKET PROMEDIO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2,060,188 pedidos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−82%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CAÍDA ENE → 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ingresos mensuales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Hábitos de consumo en retail digital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RECOMENDACIONES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Diversificar más allá del departamento 4 y las secciones dominantes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Ampliar la oferta con productos no orgánicos y menos populares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Recomendaciones basadas en reglas de asociación para subir el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Monitorear la caída mensual en un dashboard de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