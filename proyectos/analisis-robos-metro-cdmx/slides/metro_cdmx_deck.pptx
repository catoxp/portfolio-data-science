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09728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4800600" y="0"/>
            <a:ext cx="411480" cy="6858000"/>
          </a:xfrm>
          <a:prstGeom prst="parallelogram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A0A0B"/>
                </a:solidFill>
                <a:latin typeface="Anton"/>
              </a:rPr>
              <a:t>ANÁLISIS DE DATOS PÚBLICOS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>
                <a:solidFill>
                  <a:srgbClr val="F2EDE3"/>
                </a:solidFill>
                <a:latin typeface="Anton"/>
              </a:rPr>
              <a:t>ROBOS EN EL METRO DE LA CDMX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709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Limpieza, análisis y pronóstico con datos de la Fiscalía · 2016–2024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6309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A8F"/>
                </a:solidFill>
                <a:latin typeface="Inter BUGS"/>
              </a:rPr>
              <a:t>Robos en el Metro de la CDMX · Brandon Uriel García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Robos en el Metro de la CDMX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0515600" cy="54864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2EDE3"/>
                </a:solidFill>
                <a:latin typeface="Anton"/>
              </a:rPr>
              <a:t>LA PREGUNTA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A8A8F"/>
                </a:solidFill>
                <a:latin typeface="Inter BUGS"/>
              </a:rPr>
              <a:t>¿Cuándo y dónde se roba a los pasajeros del Metro, y qué esperar para 2025?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Robos en el Metro de la CDMX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UNA TENDENCIA QUE LA PANDEMIA ROMPIÓ</a:t>
            </a:r>
          </a:p>
        </p:txBody>
      </p:sp>
      <p:pic>
        <p:nvPicPr>
          <p:cNvPr id="7" name="Picture 6" descr="met_tend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148595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Según qué años se usen, el pronóstico 2025 va de 910 a 1,459 robos: con tan pocos datos, la elección del modelo pesa más que el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Robos en el Metro de la CDMX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LA HORA PICO ES LA HORA DEL ROBO</a:t>
            </a:r>
          </a:p>
        </p:txBody>
      </p:sp>
      <p:pic>
        <p:nvPicPr>
          <p:cNvPr id="7" name="Picture 6" descr="met_ho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01047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El 56% de los robos en las líneas 1 y 6 ocurre en la mañana, entre 6 y 11 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Robos en el Metro de la CDMX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DÓNDE SE CONCENTRA</a:t>
            </a:r>
          </a:p>
        </p:txBody>
      </p:sp>
      <p:pic>
        <p:nvPicPr>
          <p:cNvPr id="7" name="Picture 6" descr="met_z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680960" cy="4204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Cuauhtémoc en la línea 6 concentra 129 de 291 robos (44%) de las dos líneas analizadas.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Robos en el Metro de la CDMX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EN NÚMEROS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29260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F2E3A"/>
                </a:solidFill>
                <a:latin typeface="Anton"/>
              </a:rPr>
              <a:t>1,184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ROBOS EN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en todo el Metro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676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76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EN LA MAÑANA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líneas 1 y 6, de 6 a 11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100" b="0">
                <a:solidFill>
                  <a:srgbClr val="F2EDE3"/>
                </a:solidFill>
                <a:latin typeface="Anton"/>
              </a:rPr>
              <a:t>910–1,459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PRONÓSTICO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según el periodo usado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Robos en el Metro de la CDMX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 QUE APRENDÍ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Filtrar y validar contra un total conocido antes de analizar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Los años atípicos (pandemia) cambian por completo una tendencia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Con pocos puntos, reportar un rango y no un solo número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La hora y el lugar dicen más que el total anual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22376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>
                <a:solidFill>
                  <a:srgbClr val="F2EDE3"/>
                </a:solidFill>
                <a:latin typeface="Anton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linkedin.com/in/brandon-uriel-garcia-sanchez-9ab77b320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github.com/CatoXP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