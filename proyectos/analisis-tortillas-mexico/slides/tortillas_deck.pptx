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-109728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4800600" y="0"/>
            <a:ext cx="411480" cy="6858000"/>
          </a:xfrm>
          <a:prstGeom prst="parallelogram">
            <a:avLst/>
          </a:prstGeom>
          <a:solidFill>
            <a:srgbClr val="F2E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0A0A0B"/>
                </a:solidFill>
                <a:latin typeface="Anton"/>
              </a:rPr>
              <a:t>EDA ·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645920"/>
            <a:ext cx="5943600" cy="29260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5400" b="0">
                <a:solidFill>
                  <a:srgbClr val="F2EDE3"/>
                </a:solidFill>
                <a:latin typeface="Anton"/>
              </a:rPr>
              <a:t>EL PRECIO DE LA TORTILLA EN MÉXICO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4709160"/>
            <a:ext cx="5943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Análisis histórico y predictivo · 294,096 registros · 2007–2025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63093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3657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886200"/>
            <a:ext cx="10515600" cy="54864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0">
                <a:solidFill>
                  <a:srgbClr val="F2EDE3"/>
                </a:solidFill>
                <a:latin typeface="Anton"/>
              </a:rPr>
              <a:t>LA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749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8A8A8F"/>
                </a:solidFill>
                <a:latin typeface="Inter BUGS"/>
              </a:rPr>
              <a:t>¿Cuánto ha subido la tortilla, dónde está más cara y qué tan bien se puede predecir su precio?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EL PRECIO NO HA DEJADO DE SUBIR</a:t>
            </a:r>
          </a:p>
        </p:txBody>
      </p:sp>
      <p:pic>
        <p:nvPicPr>
          <p:cNvPr id="7" name="Picture 6" descr="tor_ev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18370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kilo pasó de $7.40 en 2007 a $19.80 en 2025: +168% en el periodo.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LA PARADOJA RETAIL</a:t>
            </a:r>
          </a:p>
        </p:txBody>
      </p:sp>
      <p:pic>
        <p:nvPicPr>
          <p:cNvPr id="7" name="Picture 6" descr="tor_tien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30604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Las grandes cadenas venden más barato (mediana $10.23) que las tortillerías de barrio ($14.00).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DÓNDE ESTÁ MÁS CARA (2025)</a:t>
            </a:r>
          </a:p>
        </p:txBody>
      </p:sp>
      <p:pic>
        <p:nvPicPr>
          <p:cNvPr id="7" name="Picture 6" descr="tor_estad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838767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Sonora y Baja California encabezan la lista con más de $22 por kilo.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RANDOM FOREST LE GANA A LA REGRESIÓN</a:t>
            </a:r>
          </a:p>
        </p:txBody>
      </p:sp>
      <p:pic>
        <p:nvPicPr>
          <p:cNvPr id="7" name="Picture 6" descr="tor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6465055" cy="43891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R² de 0.962 contra 0.828, y el error medio baja de $1.51 a $0.65 por kilo: el precio depende de interacciones entre año, estado y tienda.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QUÉ MUEVE EL PRECIO</a:t>
            </a:r>
          </a:p>
        </p:txBody>
      </p:sp>
      <p:pic>
        <p:nvPicPr>
          <p:cNvPr id="7" name="Picture 6" descr="tor_importa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83080"/>
            <a:ext cx="7680960" cy="43039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95360" y="1783080"/>
            <a:ext cx="73152" cy="20116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0" y="1783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F2E3A"/>
                </a:solidFill>
                <a:latin typeface="Anton"/>
              </a:rPr>
              <a:t>CONCLUSIÓN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240280"/>
            <a:ext cx="30175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2EDE3"/>
                </a:solidFill>
                <a:latin typeface="Inter BUGS"/>
              </a:rPr>
              <a:t>El año (inflación) y el tipo de tienda explican la mayor parte; la geografía ajusta el resto.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EN NÚMEROS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73152" cy="2926080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F2E3A"/>
                </a:solidFill>
                <a:latin typeface="Anton"/>
              </a:rPr>
              <a:t>+168%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SUBIDA DEL PRECIO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2007 → 2025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676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0.962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676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R² 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676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vs 0.828 regresión lineal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4800" y="2194560"/>
            <a:ext cx="73152" cy="29260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4840" y="2103120"/>
            <a:ext cx="3230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0">
                <a:solidFill>
                  <a:srgbClr val="F2EDE3"/>
                </a:solidFill>
                <a:latin typeface="Anton"/>
              </a:rPr>
              <a:t>$0.65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4840" y="3840480"/>
            <a:ext cx="3230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Anton"/>
              </a:rPr>
              <a:t>ERROR MEDIO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4840" y="4434840"/>
            <a:ext cx="3230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8A8A8F"/>
                </a:solidFill>
                <a:latin typeface="Inter BUGS"/>
              </a:rPr>
              <a:t>MXN por kilo, set de prueba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A8A8F"/>
                </a:solidFill>
                <a:latin typeface="Inter BUGS"/>
              </a:rPr>
              <a:t>Precio de la tortilla en México · Brandon Uriel García Sánchez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35508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F2E3A"/>
                </a:solidFill>
                <a:latin typeface="Anton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566928"/>
            <a:ext cx="109728" cy="566928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>
                <a:solidFill>
                  <a:srgbClr val="F2EDE3"/>
                </a:solidFill>
                <a:latin typeface="Anton"/>
              </a:rPr>
              <a:t>LO QUE APRENDÍ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8483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Limpiar codificaciones y fechas es la mitad del trabajo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13639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Comparar distribuciones, no solo promedios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Un modelo no lineal captura interacciones que la regresión ignora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66360"/>
            <a:ext cx="914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>
                <a:solidFill>
                  <a:srgbClr val="FF2E3A"/>
                </a:solidFill>
                <a:latin typeface="Anton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239512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F2EDE3"/>
                </a:solidFill>
                <a:latin typeface="Inter BUGS"/>
              </a:rPr>
              <a:t>Medir el error en unidades del negocio (pesos por kilo)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rallelogram 1"/>
          <p:cNvSpPr/>
          <p:nvPr/>
        </p:nvSpPr>
        <p:spPr>
          <a:xfrm>
            <a:off x="7223760" y="0"/>
            <a:ext cx="6035040" cy="6858000"/>
          </a:xfrm>
          <a:prstGeom prst="parallelogram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0">
                <a:solidFill>
                  <a:srgbClr val="F2EDE3"/>
                </a:solidFill>
                <a:latin typeface="Anton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linkedin.com/in/brandon-uriel-garcia-sanchez-9ab77b320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389120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8A8A8F"/>
                </a:solidFill>
                <a:latin typeface="Inter BUGS"/>
              </a:rPr>
              <a:t>github.com/CatoXP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FF2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