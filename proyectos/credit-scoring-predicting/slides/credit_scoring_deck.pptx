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1097280" y="0"/>
            <a:ext cx="6035040" cy="6858000"/>
          </a:xfrm>
          <a:prstGeom prst="parallelogram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4800600" y="0"/>
            <a:ext cx="411480" cy="6858000"/>
          </a:xfrm>
          <a:prstGeom prst="parallelogram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A0A0B"/>
                </a:solidFill>
                <a:latin typeface="Anton"/>
              </a:rPr>
              <a:t>MACHINE LEARNING · FINANZAS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645920"/>
            <a:ext cx="5943600" cy="2926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5400" b="0">
                <a:solidFill>
                  <a:srgbClr val="F2EDE3"/>
                </a:solidFill>
                <a:latin typeface="Anton"/>
              </a:rPr>
              <a:t>CREDIT SCORING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470916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Un modelo real de riesgo crediticio, de principio a fin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63093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A8F"/>
                </a:solidFill>
                <a:latin typeface="Inter BUGS"/>
              </a:rPr>
              <a:t>Credit Scoring Prediction · Give Me Some Credit · Brandon Uriel García Sánchez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Credit Scoring Prediction · Give Me Some Credit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86200"/>
            <a:ext cx="10515600" cy="54864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>
                <a:solidFill>
                  <a:srgbClr val="F2EDE3"/>
                </a:solidFill>
                <a:latin typeface="Anton"/>
              </a:rPr>
              <a:t>EL RETO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8A8A8F"/>
                </a:solidFill>
                <a:latin typeface="Inter BUGS"/>
              </a:rPr>
              <a:t>Predecir quién caerá en impago grave (90+ días) en los próximos 2 años · 150,000 clientes · solo 6.68% hace default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Credit Scoring Prediction · Give Me Some Credit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LOS DATOS VENÍAN ROTOS</a:t>
            </a:r>
          </a:p>
        </p:txBody>
      </p:sp>
      <p:pic>
        <p:nvPicPr>
          <p:cNvPr id="7" name="Picture 6" descr="cs_ca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873765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El 93% de las filas con DebtRatio absurdo no tiene ingreso: no es ruido, es un patrón. Por eso se marcó y se topó en vez de borrarlo.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Credit Scoring Prediction · Give Me Some Credit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CÓMO SE RELACIONAN LAS VARIABLES</a:t>
            </a:r>
          </a:p>
        </p:txBody>
      </p:sp>
      <p:pic>
        <p:nvPicPr>
          <p:cNvPr id="7" name="Picture 6" descr="cs_corre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58668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Las tres variables de atraso se mueven casi idénticas entre sí: comparten el mismo origen.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Credit Scoring Prediction · Give Me Some Credit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QUÉ TAN BIEN DISTINGUE EL MODELO</a:t>
            </a:r>
          </a:p>
        </p:txBody>
      </p:sp>
      <p:pic>
        <p:nvPicPr>
          <p:cNvPr id="7" name="Picture 6" descr="cs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4464219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La regresión logística (AUC 0.861) separa mejor que el Random Forest (0.838) y es más fácil de explicar.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Credit Scoring Prediction · Give Me Some Credit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LA DECISIÓN: NO DEJAR ESCAPAR A LOS MOROSOS</a:t>
            </a:r>
          </a:p>
        </p:txBody>
      </p:sp>
      <p:pic>
        <p:nvPicPr>
          <p:cNvPr id="7" name="Picture 6" descr="cs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802095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El modelo elegido detecta 75% de los impagos reales; el Random Forest solo 16%. En un banco, el moroso que se escapa es lo más caro.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Credit Scoring Prediction · Give Me Some Credit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QUÉ FACTORES INFLUYEN MÁS</a:t>
            </a:r>
          </a:p>
        </p:txBody>
      </p:sp>
      <p:pic>
        <p:nvPicPr>
          <p:cNvPr id="7" name="Picture 6" descr="cs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384996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El historial de atrasos y el uso del crédito disponible dominan la explicación del riesgo.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Credit Scoring Prediction · Give Me Some Credit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POR QUÉ ESTA PERSONA</a:t>
            </a:r>
          </a:p>
        </p:txBody>
      </p:sp>
      <p:pic>
        <p:nvPicPr>
          <p:cNvPr id="7" name="Picture 6" descr="cs_ca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851674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SHAP explica cada decisión caso por caso: lo que un regulador bancario pide para justificarla.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Credit Scoring Prediction · Give Me Some Credit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EN NÚMEROS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73152" cy="29260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F2E3A"/>
                </a:solidFill>
                <a:latin typeface="Anton"/>
              </a:rPr>
              <a:t>0.861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AUC-ROC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Regresión logística, set de prueba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2194560"/>
            <a:ext cx="73152" cy="2926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676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100" b="0">
                <a:solidFill>
                  <a:srgbClr val="F2EDE3"/>
                </a:solidFill>
                <a:latin typeface="Anton"/>
              </a:rPr>
              <a:t>75 de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76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MOROSOS DETECTADOS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76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vs 16 de 100 con Random Forest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4800" y="2194560"/>
            <a:ext cx="73152" cy="2926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2EDE3"/>
                </a:solidFill>
                <a:latin typeface="Anton"/>
              </a:rPr>
              <a:t>93%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DATOS RAROS EXPLICADOS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ligados a un solo problema: ingreso faltante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Credit Scoring Prediction · Give Me Some Credit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LO QUE APRENDÍ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8483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Diagnosticar la calidad de los datos antes de modelar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3639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Elegir la métrica según el costo del negocio, no la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8795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Un modelo simple y explicable puede ganarle a uno complejo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3951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Toda imputación se aprende solo del set de entrenamiento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223760" y="0"/>
            <a:ext cx="6035040" cy="6858000"/>
          </a:xfrm>
          <a:prstGeom prst="parallelogram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0">
                <a:solidFill>
                  <a:srgbClr val="F2EDE3"/>
                </a:solidFill>
                <a:latin typeface="Anton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linkedin.com/in/brandon-uriel-garcia-sanchez-9ab77b320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github.com/CatoXP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