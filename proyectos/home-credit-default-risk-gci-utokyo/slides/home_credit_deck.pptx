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09728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4800600" y="0"/>
            <a:ext cx="411480" cy="6858000"/>
          </a:xfrm>
          <a:prstGeom prst="parallelogram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A0A0B"/>
                </a:solidFill>
                <a:latin typeface="Anton"/>
              </a:rPr>
              <a:t>MACHINE LEARNING · RIESGO DE CRÉDITO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>
                <a:solidFill>
                  <a:srgbClr val="F2EDE3"/>
                </a:solidFill>
                <a:latin typeface="Anton"/>
              </a:rPr>
              <a:t>HOME CREDIT DEFAULT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709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Competencia de ML de GCI World 2026 · Matsuo-Iwasawa Lab, The University of Tokyo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6309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A8F"/>
                </a:solidFill>
                <a:latin typeface="Inter BUGS"/>
              </a:rPr>
              <a:t>Home Credit Default Risk · GCI World 2026 · Brandon Uriel García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Home Credit Default Risk · GCI World 2026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0515600" cy="54864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2EDE3"/>
                </a:solidFill>
                <a:latin typeface="Anton"/>
              </a:rPr>
              <a:t>EL 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A8A8F"/>
                </a:solidFill>
                <a:latin typeface="Inter BUGS"/>
              </a:rPr>
              <a:t>Predecir qué clientes no pagarán su crédito · 171,202 solicitudes · métrica ROC-AUC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Home Credit Default Risk · GCI World 2026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CÓMO SE CONSTRUYÓ EL SCORE</a:t>
            </a:r>
          </a:p>
        </p:txBody>
      </p:sp>
      <p:pic>
        <p:nvPicPr>
          <p:cNvPr id="7" name="Picture 6" descr="cv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222253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Las dos mejores mejoras salieron de entender cómo se generan los datos, no de un modelo más complejo.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Home Credit Default Risk · GCI World 2026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MATEMÁTICA DE ANUALIDADES</a:t>
            </a:r>
          </a:p>
        </p:txBody>
      </p:sp>
      <p:pic>
        <p:nvPicPr>
          <p:cNvPr id="7" name="Picture 6" descr="annuity_term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680960" cy="36525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Despejar la fórmula de la cuota con bisección recupera el plazo y la tasa ocultos: los plazos de 18 y 24 meses tienen ~10% de impago.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Home Credit Default Risk · GCI World 2026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EL CÓDIGO DETRÁS</a:t>
            </a:r>
          </a:p>
        </p:txBody>
      </p:sp>
      <p:pic>
        <p:nvPicPr>
          <p:cNvPr id="7" name="Picture 6" descr="code_annuity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870" y="1783080"/>
            <a:ext cx="883795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Home Credit Default Risk · GCI World 2026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QUÉ USA EL MODELO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5876717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Los scores externos imputados y las variables de anualidad están entre las más usadas.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Home Credit Default Risk · GCI World 2026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RESULTADOS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29260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F2E3A"/>
                </a:solidFill>
                <a:latin typeface="Anton"/>
              </a:rPr>
              <a:t>0.7743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AUC PÚBLICO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leaderboard de la competencia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676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0.7700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76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AUC EN 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5 folds, sin fuga de datos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+0.009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VS.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8 pasos medidos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Home Credit Default Risk · GCI World 2026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 QUE APRENDÍ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Entender cómo se generan los datos vale más que cambiar de modelo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Las matemáticas son una herramienta de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Validar sin fuga es lo que permite confiar en el resultado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Documentar lo que no funcionó también es parte del trabajo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22376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>
                <a:solidFill>
                  <a:srgbClr val="F2EDE3"/>
                </a:solidFill>
                <a:latin typeface="Anton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linkedin.com/in/brandon-uriel-garcia-sanchez-9ab77b320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github.com/CatoXP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