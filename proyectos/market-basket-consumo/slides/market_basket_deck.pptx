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ALGORITMOS ·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MARKET BASKET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Algoritmo de reglas de asociación desde cero, con pandas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LA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Si un cliente compra A, ¿qué tan probable es que también compre B? Tres medidas lo responden.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LAS TRES MEDIDAS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Soporte: P(A), el % de pedidos que incluyen el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Confianza: P(B | A), de los que compran A, cuántos llevan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Lift: P(A ∩ B) / (P(A)·P(B)); mayor que 1 = se compran juntos más que por azar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Cada pedido se convierte en una fila de 0 y 1 por producto (one-hot)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EL ALGORITMO EN CÓDIGO</a:t>
            </a:r>
          </a:p>
        </p:txBody>
      </p:sp>
      <p:pic>
        <p:nvPicPr>
          <p:cNvPr id="7" name="Picture 6" descr="mb_codi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67" y="1783080"/>
            <a:ext cx="9485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LOS PRODUCTOS MÁS FRECUENTES</a:t>
            </a:r>
          </a:p>
        </p:txBody>
      </p:sp>
      <p:pic>
        <p:nvPicPr>
          <p:cNvPr id="7" name="Picture 6" descr="mb_so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80960" cy="40090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 banana aparece en 23.8% de los pedidos: el soporte alto no implica asociación, solo popularidad.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CONFIANZA NO ES LO MISMO QUE LIFT</a:t>
            </a:r>
          </a:p>
        </p:txBody>
      </p:sp>
      <p:pic>
        <p:nvPicPr>
          <p:cNvPr id="7" name="Picture 6" descr="mb_re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65649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Las reglas valiosas son las de lift alto: Cebolla Roja Orgánica → Cilantro Orgánico se compra junto 3.6 veces más que por azar.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EN NÚMEROS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399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REGLAS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con confianza mayor a 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3.6x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LIFT MÁXIMO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Cebolla Roja Orgánica → Cilantro Orgánico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23.8%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SOPORTE MÁXIMO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Banana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Market Basket Analysis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 QUE APRENDÍ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Implementar la matemática a mano antes de usar una librería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Ordenar por lift y no por confianza evita reglas obvias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Transformar tickets en una matriz binaria con get_dummies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Las reglas alimentan el caso de negocio del proyecto de retail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